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8288000" cy="10287000"/>
  <p:notesSz cx="6858000" cy="9144000"/>
  <p:embeddedFontLst>
    <p:embeddedFont>
      <p:font typeface="Telegraf" panose="020B0604020202020204" charset="0"/>
      <p:regular r:id="rId6"/>
    </p:embeddedFont>
    <p:embeddedFont>
      <p:font typeface="Telegraf Bold" panose="020B0604020202020204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84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970" y="256359"/>
            <a:ext cx="1150620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</a:pPr>
            <a:r>
              <a:rPr lang="en-US" sz="7000" b="1" spc="-70" dirty="0">
                <a:solidFill>
                  <a:srgbClr val="64B5F6"/>
                </a:solidFill>
                <a:latin typeface="Telegraf Bold"/>
                <a:ea typeface="Telegraf Bold"/>
                <a:cs typeface="Telegraf Bold"/>
                <a:sym typeface="Telegraf Bold"/>
              </a:rPr>
              <a:t>chain reaction</a:t>
            </a:r>
            <a:r>
              <a:rPr lang="en-US" sz="7000" b="1" u="none" strike="noStrike" spc="-70" dirty="0">
                <a:solidFill>
                  <a:srgbClr val="64B5F6"/>
                </a:solidFill>
                <a:latin typeface="Telegraf Bold"/>
                <a:ea typeface="Telegraf Bold"/>
                <a:cs typeface="Telegraf Bold"/>
                <a:sym typeface="Telegraf Bold"/>
              </a:rPr>
              <a:t> 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8447" y="1379617"/>
            <a:ext cx="5427383" cy="2685264"/>
            <a:chOff x="0" y="0"/>
            <a:chExt cx="7236511" cy="3580353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7236511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Problem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752486"/>
              <a:ext cx="7236511" cy="28278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Manual impact analysis of code changes is slow, deeply dependent on experts, and highly error-prone. Developers spend hours inspecting diffs, tracing dependency chains, and trying to understand how changes propagate across large multi-repo systems.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85970" y="4445530"/>
            <a:ext cx="5429080" cy="5217393"/>
            <a:chOff x="0" y="-9525"/>
            <a:chExt cx="7238774" cy="6956525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7238774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Solution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752484"/>
              <a:ext cx="7238774" cy="61945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lnSpc>
                  <a:spcPts val="2800"/>
                </a:lnSpc>
              </a:pPr>
              <a:r>
                <a:rPr lang="en-US" sz="2000" spc="-20" dirty="0" err="1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ChAIn</a:t>
              </a: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-Reaction – A platform that builds a </a:t>
              </a:r>
              <a:r>
                <a:rPr lang="en-US" sz="2000" b="1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unified enterprise graph </a:t>
              </a: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spanning microservices, data stores &amp; middleware.</a:t>
              </a:r>
            </a:p>
            <a:p>
              <a:pPr lvl="0">
                <a:lnSpc>
                  <a:spcPts val="2800"/>
                </a:lnSpc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The UI visualizes this structure for exploration, impact propagation, and even manual addition of edges where tribal knowledge exists. </a:t>
              </a:r>
            </a:p>
            <a:p>
              <a:pPr lvl="0">
                <a:lnSpc>
                  <a:spcPts val="2800"/>
                </a:lnSpc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On a pull request, it computes the impact from the graph and uses AI to explain it clearly.</a:t>
              </a:r>
            </a:p>
            <a:p>
              <a:pPr lvl="0">
                <a:lnSpc>
                  <a:spcPts val="2800"/>
                </a:lnSpc>
              </a:pPr>
              <a:r>
                <a:rPr lang="en-US" sz="2000" b="1" spc="-20" dirty="0" err="1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ChAIn</a:t>
              </a:r>
              <a:r>
                <a:rPr lang="en-US" sz="2000" b="1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-Reaction combines AST parsing, graph theory, and LLM interpretation to provide an end-to-end view of how changes ripple across a system’s entire software landscape</a:t>
              </a: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.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471025" y="1442716"/>
            <a:ext cx="5429080" cy="1985741"/>
            <a:chOff x="0" y="-9525"/>
            <a:chExt cx="7238774" cy="2647656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9525"/>
              <a:ext cx="7238774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Customers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752486"/>
              <a:ext cx="7238774" cy="1885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Developers, tech leads, architects, and enterprise software teams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QA engineers, release managers, and DevOps teams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02338" y="1442716"/>
            <a:ext cx="5429080" cy="2344814"/>
            <a:chOff x="0" y="-9525"/>
            <a:chExt cx="7238774" cy="3126420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9525"/>
              <a:ext cx="7238774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Key Metrics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752486"/>
              <a:ext cx="7238774" cy="23644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Impact Coverage  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Traversal Latency 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Graph Completeness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Risk Hotspots Identified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AI Explanation Accuracy 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302338" y="4373757"/>
            <a:ext cx="5429080" cy="3422032"/>
            <a:chOff x="0" y="-9525"/>
            <a:chExt cx="7238774" cy="4562711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9525"/>
              <a:ext cx="7238774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Channels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752486"/>
              <a:ext cx="7238774" cy="3800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Model integrated directly into the GitHub Pull Request workflow, where developers already review and approve changes.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endParaRPr lang="en-US" sz="2000" spc="-20" dirty="0">
                <a:solidFill>
                  <a:srgbClr val="ADE8F4"/>
                </a:solidFill>
                <a:latin typeface="Telegraf"/>
                <a:ea typeface="Telegraf"/>
                <a:cs typeface="Telegraf"/>
                <a:sym typeface="Telegraf"/>
              </a:endParaRP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Supported by a lightweight web dashboard to explore dependency graphs, impact summaries, and cross-repo relationships in more detail.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419405" y="4445530"/>
            <a:ext cx="5424446" cy="4858323"/>
            <a:chOff x="0" y="-9525"/>
            <a:chExt cx="7232595" cy="6477766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9525"/>
              <a:ext cx="7232595" cy="605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58"/>
                </a:lnSpc>
              </a:pPr>
              <a:r>
                <a:rPr lang="en-US" sz="2962" b="1" spc="-29">
                  <a:solidFill>
                    <a:srgbClr val="ADE8F4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Unique Value Proposition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752486"/>
              <a:ext cx="7232595" cy="57157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Extensible plug-in architecture lets new languages and system types be added without touching the core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Shows how any change ripples across services, databases, queues, and shared libraries in seconds.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Helps architects spot fragile clusters &amp; high-dependency services that drive systemic risk.</a:t>
              </a:r>
            </a:p>
            <a:p>
              <a:pPr marL="342900" lvl="0" indent="-342900">
                <a:lnSpc>
                  <a:spcPts val="2800"/>
                </a:lnSpc>
                <a:buFont typeface="Arial" panose="020B0604020202020204" pitchFamily="34" charset="0"/>
                <a:buChar char="•"/>
              </a:pPr>
              <a:r>
                <a:rPr lang="en-US" sz="2000" spc="-20" dirty="0">
                  <a:solidFill>
                    <a:srgbClr val="ADE8F4"/>
                  </a:solidFill>
                  <a:latin typeface="Telegraf"/>
                  <a:ea typeface="Telegraf"/>
                  <a:cs typeface="Telegraf"/>
                  <a:sym typeface="Telegraf"/>
                </a:rPr>
                <a:t>AI turns complex graph insights into clear, actionable explanations for teams and leaders.</a:t>
              </a:r>
            </a:p>
          </p:txBody>
        </p:sp>
      </p:grpSp>
      <p:sp>
        <p:nvSpPr>
          <p:cNvPr id="21" name="AutoShape 21"/>
          <p:cNvSpPr/>
          <p:nvPr/>
        </p:nvSpPr>
        <p:spPr>
          <a:xfrm>
            <a:off x="666750" y="9620250"/>
            <a:ext cx="16954500" cy="0"/>
          </a:xfrm>
          <a:prstGeom prst="line">
            <a:avLst/>
          </a:prstGeom>
          <a:ln w="9525" cap="flat">
            <a:solidFill>
              <a:srgbClr val="ADE8F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2" name="TextBox 22"/>
          <p:cNvSpPr txBox="1"/>
          <p:nvPr/>
        </p:nvSpPr>
        <p:spPr>
          <a:xfrm>
            <a:off x="17441506" y="9676442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ADE8F4"/>
                </a:solidFill>
                <a:latin typeface="Telegraf Bold"/>
                <a:ea typeface="Telegraf Bold"/>
                <a:cs typeface="Telegraf Bold"/>
                <a:sym typeface="Telegraf Bol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flowchart&#10;&#10;AI-generated content may be incorrect.">
            <a:extLst>
              <a:ext uri="{FF2B5EF4-FFF2-40B4-BE49-F238E27FC236}">
                <a16:creationId xmlns:a16="http://schemas.microsoft.com/office/drawing/2014/main" id="{CA101BFB-1613-9CBF-9F74-0F4B40E3A7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08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498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271</Words>
  <Application>Microsoft Office PowerPoint</Application>
  <PresentationFormat>Custom</PresentationFormat>
  <Paragraphs>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Telegraf Bold</vt:lpstr>
      <vt:lpstr>Telegraf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Problem</dc:title>
  <dc:creator>Nikita</dc:creator>
  <dc:description>Presentation - Problem</dc:description>
  <cp:lastModifiedBy>Nikita Pandey</cp:lastModifiedBy>
  <cp:revision>3</cp:revision>
  <dcterms:created xsi:type="dcterms:W3CDTF">2006-08-16T00:00:00Z</dcterms:created>
  <dcterms:modified xsi:type="dcterms:W3CDTF">2025-11-21T16:03:59Z</dcterms:modified>
  <dc:identifier>DAG5RDyTBno</dc:identifier>
</cp:coreProperties>
</file>